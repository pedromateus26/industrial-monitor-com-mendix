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Industrial Monitoring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Projeto desenvolvido em Mendix com integração a API, banco PostgreSQL e dashboard em tempo real.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Monitorar temperatura e eficiência de máquinas, armazenar dados e exibir em dashboard com gráficos.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 → Microflows → Cálculo → Banco →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Integração com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Consome OpenWeather API via REST.</a:t>
            </a:r>
          </a:p>
          <a:p>
            <a:r>
              <a:t>Necessário API Key para autenticação.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Regra de Negócio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Eficiência = 23 + ((Temperatura - 21) * 7)</a:t>
            </a:r>
          </a:p>
          <a:p>
            <a:r>
              <a:t>Com limites entre 23 e 100.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Banco de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PostgreSQL com tabelas:</a:t>
            </a:r>
          </a:p>
          <a:p>
            <a:r>
              <a:t>- machine_reading</a:t>
            </a:r>
          </a:p>
          <a:p>
            <a:r>
              <a:t>- machine_alert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Microflows Principais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MF_CollectAndStoreReading</a:t>
            </a:r>
          </a:p>
          <a:p>
            <a:r>
              <a:t>MF_RefreshDashboard</a:t>
            </a:r>
          </a:p>
          <a:p>
            <a:r>
              <a:t>MF_GetTemperatureFromApi</a:t>
            </a:r>
          </a:p>
          <a:p>
            <a:r>
              <a:t>MF_CalculateEfficiency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Tratamento de Erros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Fallback com variável ApiFailed</a:t>
            </a:r>
          </a:p>
          <a:p>
            <a:r>
              <a:t>Sistema continua funcionando mesmo sem API.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Cards com temperatura, eficiência e última leitura</a:t>
            </a:r>
          </a:p>
          <a:p>
            <a:r>
              <a:t>Gráficos de linha e histórico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Boas Práticas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Uso de UTC</a:t>
            </a:r>
          </a:p>
          <a:p>
            <a:r>
              <a:t>Separação de responsabilidades</a:t>
            </a:r>
          </a:p>
          <a:p>
            <a:r>
              <a:t>Validação antes de persistir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Projeto demonstra integração, arquitetura, tratamento de erros e boas práticas.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